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22" r:id="rId2"/>
    <p:sldId id="323" r:id="rId3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5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8D6508-41BB-4460-9858-4CF52D542102}" type="datetimeFigureOut">
              <a:rPr lang="en-DE" smtClean="0"/>
              <a:t>03/12/2025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580398-0202-4B18-9322-B5A0CDED941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46285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BA823-C918-6DD7-546B-AB4268A24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C5706E-B4FE-0C6F-61FE-B089DD66E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0187A-E671-53A9-4E78-63D3B7443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90ABB-B8FD-4E63-A525-896A0EAB02A7}" type="datetime8">
              <a:rPr lang="en-DE" smtClean="0"/>
              <a:t>03/12/2025 16:49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99BF2-4C05-7D46-0098-96EADF96E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Technishce Hochschule Ulm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632EB-3E9A-41B7-2D90-E0E59A6CD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DFED6-D6FB-4B57-A05B-1B93C2FB98E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64882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03679-69C0-C69F-E3EE-78783D818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E1874-66CA-C11B-4F4C-3EA61A0F9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2F592-CFB7-45F3-B9CD-1EC2A85B9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18AEA-5B9F-4187-AF3A-E4A2FFB6623E}" type="datetime8">
              <a:rPr lang="en-DE" smtClean="0"/>
              <a:t>03/12/2025 16:49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DA2AF9-4A3E-3689-A8D2-91ABCDB91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Technishce Hochschule Ulm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6CB10-550E-49A5-99AA-1609331E1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DFED6-D6FB-4B57-A05B-1B93C2FB98E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86694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928B6-7CD7-9D7F-1CE1-8D30D72EA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32789-4E70-11A7-5AAB-1248852CC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D8730-CF63-EEEC-07CA-341B18E67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39049-6DB0-4AA5-86BE-3DC179FDC4ED}" type="datetime8">
              <a:rPr lang="en-DE" smtClean="0"/>
              <a:t>03/12/2025 16:49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20CA6-0889-88F7-C6E1-7C32EF5DD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Technishce Hochschule Ulm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442519-5F30-D0FB-675F-1079C1E4E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DFED6-D6FB-4B57-A05B-1B93C2FB98E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64690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970A2-841E-872F-0071-628873580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3ADBC-7398-F721-AB6A-54C8B0776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267F36-3BE9-C638-F8A8-5AB3833CE2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2D5DFB-ED17-A5E8-375D-2518EE978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13B9E-1718-43A4-8594-DE89A6C1D6CF}" type="datetime8">
              <a:rPr lang="en-DE" smtClean="0"/>
              <a:t>03/12/2025 16:49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ADC988-3AAA-CB9E-F364-EF946B4C5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Technishce Hochschule Ulm</a:t>
            </a:r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CD418D-456F-060C-4B54-B583E9747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DFED6-D6FB-4B57-A05B-1B93C2FB98E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71961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4D80D-4D80-6643-61B7-D4E4B6A33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9A65E-5A97-B1B3-4046-0A1B74362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63E378-A253-6A22-40A7-7450223381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79C35E-05D2-01C6-9A41-1FDB3AD367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77DA74-0E12-DB47-EEC6-31D82D1F41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5EE09E-9224-CCF0-A054-46C80D66A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554E4-1DD4-4F38-8951-617A1F96168D}" type="datetime8">
              <a:rPr lang="en-DE" smtClean="0"/>
              <a:t>03/12/2025 16:49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D58E89-731A-2A52-FD71-B560497B5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Technishce Hochschule Ulm</a:t>
            </a:r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FB9126-21CB-6C20-40F3-EF0FA35D6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DFED6-D6FB-4B57-A05B-1B93C2FB98E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51296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5C851-1688-DD89-969C-EFD6D3F99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4BD9F4-944A-165C-C6F2-CA034CF35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09695-CB4C-4C80-9B7B-12A74A4FE776}" type="datetime8">
              <a:rPr lang="en-DE" smtClean="0"/>
              <a:t>03/12/2025 16:49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68B812-FCAE-8DF8-0FBD-05DADBB91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Technishce Hochschule Ulm</a:t>
            </a:r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FE482D-4657-9410-61E3-A242A8013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DFED6-D6FB-4B57-A05B-1B93C2FB98E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6914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CD79E8-16EE-E3E8-43E0-9811BF24B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82864-7E71-4E54-AE0D-65B41EB25289}" type="datetime8">
              <a:rPr lang="en-DE" smtClean="0"/>
              <a:t>03/12/2025 16:49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5241B2-72C9-2364-7C00-34B1B461F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Technishce Hochschule Ulm</a:t>
            </a:r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95427E-231A-0B43-372B-86A5A3EA7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DFED6-D6FB-4B57-A05B-1B93C2FB98E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88598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F7224-3004-7F4B-E1C5-5A05BE937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40AB3-2B9A-9E34-B993-DBCB7A621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3F4D24-E7A1-545A-9B56-33F241F34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4894C0-404F-23F0-9E14-DCAE0EF63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F3D9D-58E6-4AE8-A98B-026E1CD539BF}" type="datetime8">
              <a:rPr lang="en-DE" smtClean="0"/>
              <a:t>03/12/2025 16:49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F21BBA-4A56-6DBA-4C56-44E6BD0BF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Technishce Hochschule Ulm</a:t>
            </a:r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1D3FB1-7005-AF6D-BD03-9C05E66DD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DFED6-D6FB-4B57-A05B-1B93C2FB98E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09157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39148-E533-9E7C-AEA0-17CC9DB71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B8735C-59BD-6CA9-856C-081A9572DD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9D08B-EFF8-2CD5-521D-E620687D8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899A8D-1F3B-42A7-F5CB-8ED52E10F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9B85F-12DD-4529-8636-3B3A4EE2E25A}" type="datetime8">
              <a:rPr lang="en-DE" smtClean="0"/>
              <a:t>03/12/2025 16:49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823177-C4B4-C80E-5104-FBA99F5B5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Technishce Hochschule Ulm</a:t>
            </a:r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D78810-7E13-3FA9-8041-CA1060119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DFED6-D6FB-4B57-A05B-1B93C2FB98E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39301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C595E-5DA1-C7CC-B4B3-C113AB3C6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B5506F-DDA4-9EE0-96CD-B19172BBCA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E2E87-EA0E-375D-02F7-5A53CE613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BB65-9F95-42C2-A595-9BC7B9C47121}" type="datetime8">
              <a:rPr lang="en-DE" smtClean="0"/>
              <a:t>03/12/2025 16:49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64296-CE9B-D93D-EA96-B9D97E513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Technishce Hochschule Ulm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3A317-66F6-314B-E308-93A9E7618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DFED6-D6FB-4B57-A05B-1B93C2FB98E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68110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EA5172-84CD-D971-F04E-2DA2A46A87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874E94-3B27-4B02-A846-148FBFEC36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E1750-5ECC-B980-D567-6320B7509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94CA5-D08A-4C6F-A6C3-848371847C58}" type="datetime8">
              <a:rPr lang="en-DE" smtClean="0"/>
              <a:t>03/12/2025 16:49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DEB5A-3E72-3B9F-34A2-E732499C5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Technishce Hochschule Ulm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37E9F-FB6C-A065-8937-54532D182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DFED6-D6FB-4B57-A05B-1B93C2FB98E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68454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481050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E665C7-6BC9-E263-1860-516731E86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082EA-9BA7-BF28-8CD7-A09F00D18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98D55-4E14-52C8-451F-78547F638E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A3FC8A-025B-4D89-8920-13618A84ED00}" type="datetime8">
              <a:rPr lang="en-DE" smtClean="0"/>
              <a:t>03/12/2025 16:49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A239E-BE55-940F-AF6A-AAD16D3DDD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Technishce Hochschule Ulm</a:t>
            </a:r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06592-0927-D334-9F7A-48E2736BEB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6DFED6-D6FB-4B57-A05B-1B93C2FB98E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58892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ACB9032-AC4C-6C39-9AA7-27FA6DDD4762}"/>
              </a:ext>
            </a:extLst>
          </p:cNvPr>
          <p:cNvSpPr txBox="1"/>
          <p:nvPr/>
        </p:nvSpPr>
        <p:spPr>
          <a:xfrm>
            <a:off x="377914" y="3047473"/>
            <a:ext cx="12020055" cy="12618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Bachelor Thesis </a:t>
            </a:r>
            <a:br>
              <a:rPr lang="en-DE" sz="40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3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AI-Based Face Recognition on the STM32N6570-DK Platform</a:t>
            </a:r>
            <a:endParaRPr lang="en-US" sz="40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D48E13-0FCE-D6C7-A98B-8090046465FE}"/>
              </a:ext>
            </a:extLst>
          </p:cNvPr>
          <p:cNvSpPr txBox="1"/>
          <p:nvPr/>
        </p:nvSpPr>
        <p:spPr>
          <a:xfrm>
            <a:off x="484632" y="4777710"/>
            <a:ext cx="955750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DE" dirty="0">
                <a:solidFill>
                  <a:schemeClr val="bg1"/>
                </a:solidFill>
                <a:latin typeface="Tisa Offc Serif Pro"/>
              </a:rPr>
              <a:t>Aqeel, Muazzam Bin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5B6AC1-58D5-6D2E-4CB4-48E23F197EAF}"/>
              </a:ext>
            </a:extLst>
          </p:cNvPr>
          <p:cNvCxnSpPr>
            <a:cxnSpLocks/>
          </p:cNvCxnSpPr>
          <p:nvPr/>
        </p:nvCxnSpPr>
        <p:spPr>
          <a:xfrm>
            <a:off x="484632" y="4543533"/>
            <a:ext cx="11091672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A black and white logo&#10;&#10;AI-generated content may be incorrect.">
            <a:extLst>
              <a:ext uri="{FF2B5EF4-FFF2-40B4-BE49-F238E27FC236}">
                <a16:creationId xmlns:a16="http://schemas.microsoft.com/office/drawing/2014/main" id="{F706F5FF-47F7-8CE3-8193-64231E9AB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3420" y="709390"/>
            <a:ext cx="944056" cy="662413"/>
          </a:xfrm>
          <a:prstGeom prst="rect">
            <a:avLst/>
          </a:prstGeom>
        </p:spPr>
      </p:pic>
      <p:pic>
        <p:nvPicPr>
          <p:cNvPr id="23" name="Picture 22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0818DE42-35BE-D924-69B3-B9A9C5094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7054" y="709390"/>
            <a:ext cx="1276738" cy="662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AC021-E3E2-7D8A-04A2-B1F61F476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020" y="2266882"/>
            <a:ext cx="5257800" cy="1325563"/>
          </a:xfrm>
          <a:solidFill>
            <a:schemeClr val="bg1"/>
          </a:solidFill>
        </p:spPr>
        <p:txBody>
          <a:bodyPr/>
          <a:lstStyle/>
          <a:p>
            <a:r>
              <a:rPr lang="en-DE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91B7D-FD86-5701-5187-5C6005DB5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1253330"/>
            <a:ext cx="5257801" cy="4351338"/>
          </a:xfrm>
        </p:spPr>
        <p:txBody>
          <a:bodyPr/>
          <a:lstStyle/>
          <a:p>
            <a:r>
              <a:rPr lang="en-DE"/>
              <a:t>P</a:t>
            </a:r>
            <a:endParaRPr lang="en-D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25FC1-4EC5-EC4E-032B-BB392AE38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Technishce Hochschule Ulm</a:t>
            </a:r>
            <a:endParaRPr lang="en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9CA19-D0ED-AF54-8054-F57040A8D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DFED6-D6FB-4B57-A05B-1B93C2FB98E0}" type="slidenum">
              <a:rPr lang="en-DE" smtClean="0"/>
              <a:t>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48595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20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Tisa Offc Serif Pro</vt:lpstr>
      <vt:lpstr>Office Theme</vt:lpstr>
      <vt:lpstr>PowerPoint Presentation</vt:lpstr>
      <vt:lpstr>Agenda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Aqeel, Muazzam Bin</dc:creator>
  <cp:lastModifiedBy>Aqeel, Muazzam Bin</cp:lastModifiedBy>
  <cp:revision>2</cp:revision>
  <dcterms:created xsi:type="dcterms:W3CDTF">2025-12-02T19:32:56Z</dcterms:created>
  <dcterms:modified xsi:type="dcterms:W3CDTF">2025-12-03T15:49:49Z</dcterms:modified>
</cp:coreProperties>
</file>